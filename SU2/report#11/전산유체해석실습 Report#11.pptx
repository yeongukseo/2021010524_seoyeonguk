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1" r:id="rId4"/>
    <p:sldId id="274" r:id="rId5"/>
    <p:sldId id="273" r:id="rId6"/>
    <p:sldId id="275" r:id="rId7"/>
    <p:sldId id="276" r:id="rId8"/>
    <p:sldId id="277" r:id="rId9"/>
    <p:sldId id="262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영욱 서" initials="영서" lastIdx="2" clrIdx="0">
    <p:extLst>
      <p:ext uri="{19B8F6BF-5375-455C-9EA6-DF929625EA0E}">
        <p15:presenceInfo xmlns:p15="http://schemas.microsoft.com/office/powerpoint/2012/main" userId="70bb319f796d80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4C6C3-4B64-4BEE-9E79-9AFC29C19C56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4371EA-D0BF-4D8B-A6A4-CD378511A7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4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53D538-E0BC-7308-28D2-43514F2F5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DDC74A-91F3-28DC-7F97-8EBB3786C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E88BF-38F3-353F-82AF-2FBE6945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45A6F7-0644-5EDA-A4EB-59F281D2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3A42BA-C21F-43E8-D21B-50756A21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41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D2336-B39B-7A87-FECA-207E3EFA2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0CABED-FD39-DDF7-0EC4-87341A30F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2D9D23-CB21-A9E4-535D-EF15C8A01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ECE33B-F7D7-23A6-6049-C5836E06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5A46D0-CA1B-4CED-0873-829296A58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721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31973-E5A6-2BCB-A300-E89AC823A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70CBA4-0AD4-3BD2-9B0D-73ED5E191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A3A908-96D0-50EB-25F6-EAC25CA3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0FD381-55D0-AF97-C9C7-64FBA372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99B419-03FB-5055-B181-C8E155BF1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334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07E88-284F-41A3-347B-ABBFB7CF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FDF03-D9D3-EB28-1A21-E3F418A92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BF90D6-10DC-3101-10E3-93FF46AA1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10B950-880A-FC92-6D92-6F9A15504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1C4088-58AB-0149-C96B-B363E2DA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AE4181-57E7-E574-2A38-2FCFFE9F4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535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7E625-87F0-46AC-264C-5B602388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239932-1932-E27A-4BEF-2CCF39E2E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6E0941-2273-14B8-E068-EAFC24FBE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C60496-B1A0-3A85-3A48-2DFB64706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E8B5016-7B28-E46A-7E1F-2ED013AE4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D97375-0B57-2BD3-3CD6-8C66E4611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17E821-6E71-E555-D5B8-1D1B85CB2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29440AD-D382-F732-CF5B-A4F1A85C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60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622F6-3F11-0AFD-9875-29E70C284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F4CB5A-A43E-464E-F897-4A3066831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A7DF48-D9CE-4582-9618-A01FD921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3F84C1-91F9-C548-7AA3-EDF41EB1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72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230393-DA7A-BC7D-A320-919730A87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27730F-51AC-F02A-62E4-D5DBCADF7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FBE098-DFC2-4D19-D7A0-F65D07C3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16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757A73-20B9-171D-AE51-78E573564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7271EF-102B-B419-B574-BED8F0543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7FBA2B-3F51-AE95-C83E-86E888528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7363FC-3258-CC49-302E-FDA2EBECF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736E45-27B3-22FC-6F47-041361070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56A245-A971-209C-06C2-5D2941274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172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5C075-2819-C5D1-6973-447E3C60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434F13-0F9F-0B39-A6A9-65648A53A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9FA81E-F20A-3E11-5D75-1766D0542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D12A1C-B942-90CA-111F-5F48792CD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C8F9D6-B03D-CA64-73AE-AB89C021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1D58BD-81CC-86B6-8A8D-5F14FA24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55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D567D-F862-F277-A832-A7DC065EA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26F215-DAB2-C61E-BDBD-047F4D7F6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6EA279-D659-39B8-2BFB-865CFF649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77EE5-C132-39E5-C8E1-89644174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2B4AC9-59BB-AC32-1E7E-91EE516D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16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F26FDD4-6CCB-7DD2-24B3-C08329360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FEA425-C5C0-6033-9363-A5D575803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AB208B-347E-6199-ADE3-065D1A025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E7C39-D66B-42AF-B5B6-308CD87EA44C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8AAD13-0936-D927-C870-BCAAD71EC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71275F-F4C9-0F07-7E13-05C769FDE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70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B7BC00-C3EB-448B-C508-6B9707B0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1FE2A5-75F0-E003-F86B-808E3CC41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707D81-1382-7A52-7A52-3D9BC5E66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E7C39-D66B-42AF-B5B6-308CD87EA44C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F3A9A7-28E9-1634-E03D-D15B0406C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BBC988-13B8-A7B3-AEB1-E21C218AA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41773-245B-4474-A560-B0D0AB0C7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80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7AEE9-835B-1C4F-CDAC-9A804C4CA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 err="1"/>
              <a:t>전산유체해석실습</a:t>
            </a:r>
            <a:r>
              <a:rPr lang="ko-KR" altLang="en-US" sz="4800" dirty="0"/>
              <a:t> </a:t>
            </a:r>
            <a:br>
              <a:rPr lang="en-US" altLang="ko-KR" sz="4800" dirty="0"/>
            </a:br>
            <a:r>
              <a:rPr lang="en-US" altLang="ko-KR" sz="4800" dirty="0"/>
              <a:t>Report#11</a:t>
            </a:r>
            <a:endParaRPr lang="ko-KR" altLang="en-US" sz="4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42D78A-2357-FC35-B7B2-DFA5E54CE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6083"/>
            <a:ext cx="9144000" cy="826367"/>
          </a:xfrm>
        </p:spPr>
        <p:txBody>
          <a:bodyPr/>
          <a:lstStyle/>
          <a:p>
            <a:r>
              <a:rPr lang="en-US" altLang="ko-KR" dirty="0"/>
              <a:t>2021010524 </a:t>
            </a:r>
            <a:r>
              <a:rPr lang="ko-KR" altLang="en-US" dirty="0"/>
              <a:t>서영욱</a:t>
            </a:r>
          </a:p>
        </p:txBody>
      </p:sp>
    </p:spTree>
    <p:extLst>
      <p:ext uri="{BB962C8B-B14F-4D97-AF65-F5344CB8AC3E}">
        <p14:creationId xmlns:p14="http://schemas.microsoft.com/office/powerpoint/2010/main" val="2960814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5B95E-4068-98EF-B9DF-5112B003C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해석조건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D8151-EE0C-EC02-FEF3-C8560195007D}"/>
              </a:ext>
            </a:extLst>
          </p:cNvPr>
          <p:cNvSpPr txBox="1"/>
          <p:nvPr/>
        </p:nvSpPr>
        <p:spPr>
          <a:xfrm>
            <a:off x="458769" y="1341540"/>
            <a:ext cx="5637231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Mach number: 0.09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Angle of attack (AOA): 13.87°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Freestream temperature: 297.778 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Reynolds number: 1,520,000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Reynolds length: 1.0 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다음과 같은 조건하에 먼저 </a:t>
            </a:r>
            <a:r>
              <a:rPr lang="en-US" altLang="ko-KR" dirty="0"/>
              <a:t>su2</a:t>
            </a:r>
            <a:r>
              <a:rPr lang="ko-KR" altLang="en-US" dirty="0"/>
              <a:t>에서 제공하는 격자 파일인 </a:t>
            </a:r>
            <a:r>
              <a:rPr lang="en-US" altLang="ko-KR" dirty="0"/>
              <a:t>mesh_NACA4412_turb.su2 </a:t>
            </a:r>
            <a:r>
              <a:rPr lang="ko-KR" altLang="en-US" dirty="0"/>
              <a:t>로 해석을 수행 하였다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1AC65A-014C-3194-E1A4-F80602177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41540"/>
            <a:ext cx="5981443" cy="412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9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C0375-18A9-63F4-EB08-89564B71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0AC55-F320-145C-4D3A-B41120CB8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결과</a:t>
            </a:r>
            <a:r>
              <a:rPr lang="en-US" altLang="ko-KR" sz="3600" dirty="0"/>
              <a:t>(mesh </a:t>
            </a:r>
            <a:r>
              <a:rPr lang="ko-KR" altLang="en-US" sz="3600" dirty="0"/>
              <a:t>생성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12BB59-A539-3A65-AFA5-7F52614CF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857" y="2427851"/>
            <a:ext cx="5669819" cy="275944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8666608-05BC-8C83-F900-9CF24D5C0A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30" r="11167"/>
          <a:stretch>
            <a:fillRect/>
          </a:stretch>
        </p:blipFill>
        <p:spPr>
          <a:xfrm>
            <a:off x="86661" y="2111603"/>
            <a:ext cx="5761483" cy="339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0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97AE7-9223-4175-0C2B-41020E5CD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5EACC3-E803-9B2F-A673-FDF7012ED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결과</a:t>
            </a:r>
            <a:r>
              <a:rPr lang="en-US" altLang="ko-KR" sz="3600" dirty="0"/>
              <a:t>(Cp)</a:t>
            </a:r>
            <a:endParaRPr lang="ko-KR" alt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91DEA-0EB7-4739-8A7F-DB1E89878BC9}"/>
              </a:ext>
            </a:extLst>
          </p:cNvPr>
          <p:cNvSpPr txBox="1"/>
          <p:nvPr/>
        </p:nvSpPr>
        <p:spPr>
          <a:xfrm>
            <a:off x="923041" y="1306032"/>
            <a:ext cx="939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Nasa</a:t>
            </a:r>
            <a:r>
              <a:rPr lang="ko-KR" altLang="en-US" dirty="0"/>
              <a:t>에서 제공한 실험데이터 값과 유사하게 나옴을 확인할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624E36-E3A3-B9D1-A07B-12E2B48F9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704" y="1752823"/>
            <a:ext cx="6721422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94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84EE5-6B40-F3AB-4DC1-660D9F360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B9BDCB-A3F4-F22E-7DF5-E97F03D73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결과</a:t>
            </a:r>
            <a:r>
              <a:rPr lang="en-US" altLang="ko-KR" sz="3600" dirty="0"/>
              <a:t>(</a:t>
            </a:r>
            <a:r>
              <a:rPr lang="ko-KR" altLang="en-US" sz="3600" dirty="0" err="1"/>
              <a:t>유동박리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F55359-B3F3-FEE1-8DDA-9CD7CE279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5" y="2709423"/>
            <a:ext cx="6233269" cy="29970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D384276-31FC-03D5-F867-0DADE98A0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941" y="2572914"/>
            <a:ext cx="5709004" cy="32701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54C570-CA76-3D67-366B-BCA51C8621BB}"/>
              </a:ext>
            </a:extLst>
          </p:cNvPr>
          <p:cNvSpPr txBox="1"/>
          <p:nvPr/>
        </p:nvSpPr>
        <p:spPr>
          <a:xfrm>
            <a:off x="923041" y="1306032"/>
            <a:ext cx="939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trailing edge </a:t>
            </a:r>
            <a:r>
              <a:rPr lang="ko-KR" altLang="en-US" dirty="0"/>
              <a:t>부분에서의 유동 박리도 확인할 수 있었다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856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4525A-812E-CD21-96D9-600BD7B07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3FB0A-0801-9BBE-1C9B-92767BF3B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결과</a:t>
            </a:r>
            <a:r>
              <a:rPr lang="en-US" altLang="ko-KR" sz="3600" dirty="0"/>
              <a:t>(mesh </a:t>
            </a:r>
            <a:r>
              <a:rPr lang="ko-KR" altLang="en-US" sz="3600" dirty="0"/>
              <a:t>생성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C2EEB1-C208-47F2-8DC3-B3CE278F1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13" y="2110423"/>
            <a:ext cx="4714187" cy="43500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B6154B-B1BD-0D84-EF47-0DB5B292392C}"/>
              </a:ext>
            </a:extLst>
          </p:cNvPr>
          <p:cNvSpPr txBox="1"/>
          <p:nvPr/>
        </p:nvSpPr>
        <p:spPr>
          <a:xfrm>
            <a:off x="743539" y="1253765"/>
            <a:ext cx="935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지금부터는 </a:t>
            </a:r>
            <a:r>
              <a:rPr lang="en-US" altLang="ko-KR" dirty="0"/>
              <a:t>NASA</a:t>
            </a:r>
            <a:r>
              <a:rPr lang="ko-KR" altLang="en-US" dirty="0"/>
              <a:t>에서 제공한 격자파일을 이용해 해석을 수행해 보았다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DD1AE6C-6C1E-96DB-33FD-03065174F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140" y="2828042"/>
            <a:ext cx="6755661" cy="328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062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DEC41-781A-7695-940B-2B74DB158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09AD2-9E83-6041-81F2-54FD29D7A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결과</a:t>
            </a:r>
            <a:r>
              <a:rPr lang="en-US" altLang="ko-KR" sz="3600" dirty="0"/>
              <a:t>(Cp)</a:t>
            </a:r>
            <a:endParaRPr lang="ko-KR" alt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156956-7AFF-09C3-FFB0-5371DC9A2781}"/>
              </a:ext>
            </a:extLst>
          </p:cNvPr>
          <p:cNvSpPr txBox="1"/>
          <p:nvPr/>
        </p:nvSpPr>
        <p:spPr>
          <a:xfrm>
            <a:off x="743539" y="1253765"/>
            <a:ext cx="935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Naca</a:t>
            </a:r>
            <a:r>
              <a:rPr lang="ko-KR" altLang="en-US" dirty="0"/>
              <a:t>에서 제공한 격자의 경우도 </a:t>
            </a:r>
            <a:r>
              <a:rPr lang="en-US" altLang="ko-KR" dirty="0"/>
              <a:t>Cp</a:t>
            </a:r>
            <a:r>
              <a:rPr lang="ko-KR" altLang="en-US" dirty="0"/>
              <a:t>값이 실험데이터와 유사하게 나옴을 </a:t>
            </a:r>
            <a:r>
              <a:rPr lang="ko-KR" altLang="en-US" dirty="0" err="1"/>
              <a:t>확인할수</a:t>
            </a:r>
            <a:r>
              <a:rPr lang="ko-KR" altLang="en-US" dirty="0"/>
              <a:t>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1B68B74-6238-F6AF-836C-EA03C5037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113" y="1698512"/>
            <a:ext cx="7045774" cy="492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5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56F8E-8290-D93B-E6B6-3DBECDF4A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3D6E0A-7A71-EDF6-B814-D624385EE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해석 결과</a:t>
            </a:r>
            <a:r>
              <a:rPr lang="en-US" altLang="ko-KR" sz="3600" dirty="0"/>
              <a:t>(Cp)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92B738-DED6-970E-E162-130F98E12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884" y="1948371"/>
            <a:ext cx="7949565" cy="44328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3063D4-7515-AFBD-B7C3-60EF2573FD94}"/>
              </a:ext>
            </a:extLst>
          </p:cNvPr>
          <p:cNvSpPr txBox="1"/>
          <p:nvPr/>
        </p:nvSpPr>
        <p:spPr>
          <a:xfrm>
            <a:off x="923041" y="1306032"/>
            <a:ext cx="939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trailing edge </a:t>
            </a:r>
            <a:r>
              <a:rPr lang="ko-KR" altLang="en-US" dirty="0"/>
              <a:t>부분에서의 유동 박리도 확인할 수 있었다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573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2B117-A861-47BA-BDC0-DE45BD000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300CF-7400-A558-04D0-7A28F8B60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6873" y="3078948"/>
            <a:ext cx="2838254" cy="70010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감사합니다</a:t>
            </a:r>
            <a:r>
              <a:rPr lang="en-US" altLang="ko-KR" sz="3600" dirty="0"/>
              <a:t>.</a:t>
            </a:r>
            <a:endParaRPr lang="ko-KR" alt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72B222-B36F-76C7-DF18-159147CDA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7" y="10652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76AC0E5-EA3B-BEB3-D6CE-3610405DC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5EAD7F-5405-1F78-70B7-078722AC2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DF43B34-92DD-8E78-0CD3-7EC187AF0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7" y="10652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359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2507</TotalTime>
  <Words>141</Words>
  <Application>Microsoft Office PowerPoint</Application>
  <PresentationFormat>와이드스크린</PresentationFormat>
  <Paragraphs>22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전산유체해석실습  Report#11</vt:lpstr>
      <vt:lpstr>해석조건</vt:lpstr>
      <vt:lpstr>해석 결과(mesh 생성)</vt:lpstr>
      <vt:lpstr>해석 결과(Cp)</vt:lpstr>
      <vt:lpstr>해석 결과(유동박리)</vt:lpstr>
      <vt:lpstr>해석 결과(mesh 생성)</vt:lpstr>
      <vt:lpstr>해석 결과(Cp)</vt:lpstr>
      <vt:lpstr>해석 결과(Cp)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영욱 서</dc:creator>
  <cp:lastModifiedBy>영욱 서</cp:lastModifiedBy>
  <cp:revision>31</cp:revision>
  <dcterms:created xsi:type="dcterms:W3CDTF">2025-09-12T05:46:35Z</dcterms:created>
  <dcterms:modified xsi:type="dcterms:W3CDTF">2025-12-04T03:34:06Z</dcterms:modified>
</cp:coreProperties>
</file>