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1" r:id="rId4"/>
    <p:sldId id="272" r:id="rId5"/>
    <p:sldId id="264" r:id="rId6"/>
    <p:sldId id="265" r:id="rId7"/>
    <p:sldId id="266" r:id="rId8"/>
    <p:sldId id="267" r:id="rId9"/>
    <p:sldId id="262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영욱 서" initials="영서" lastIdx="1" clrIdx="0">
    <p:extLst>
      <p:ext uri="{19B8F6BF-5375-455C-9EA6-DF929625EA0E}">
        <p15:presenceInfo xmlns:p15="http://schemas.microsoft.com/office/powerpoint/2012/main" userId="70bb319f796d80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F4C6C3-4B64-4BEE-9E79-9AFC29C19C56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4371EA-D0BF-4D8B-A6A4-CD378511A7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4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53D538-E0BC-7308-28D2-43514F2F5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DDC74A-91F3-28DC-7F97-8EBB3786C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4E88BF-38F3-353F-82AF-2FBE6945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45A6F7-0644-5EDA-A4EB-59F281D20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3A42BA-C21F-43E8-D21B-50756A21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414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D2336-B39B-7A87-FECA-207E3EFA2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0CABED-FD39-DDF7-0EC4-87341A30F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2D9D23-CB21-A9E4-535D-EF15C8A01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ECE33B-F7D7-23A6-6049-C5836E062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5A46D0-CA1B-4CED-0873-829296A58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721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631973-E5A6-2BCB-A300-E89AC823A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70CBA4-0AD4-3BD2-9B0D-73ED5E191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A3A908-96D0-50EB-25F6-EAC25CA3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0FD381-55D0-AF97-C9C7-64FBA372F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99B419-03FB-5055-B181-C8E155BF1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334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D07E88-284F-41A3-347B-ABBFB7CFC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FDF03-D9D3-EB28-1A21-E3F418A92B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BF90D6-10DC-3101-10E3-93FF46AA1D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10B950-880A-FC92-6D92-6F9A15504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1C4088-58AB-0149-C96B-B363E2DA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AE4181-57E7-E574-2A38-2FCFFE9F4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535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7E625-87F0-46AC-264C-5B6023883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239932-1932-E27A-4BEF-2CCF39E2E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6E0941-2273-14B8-E068-EAFC24FBE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C60496-B1A0-3A85-3A48-2DFB64706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E8B5016-7B28-E46A-7E1F-2ED013AE4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7D97375-0B57-2BD3-3CD6-8C66E4611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17E821-6E71-E555-D5B8-1D1B85CB2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29440AD-D382-F732-CF5B-A4F1A85C0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160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4622F6-3F11-0AFD-9875-29E70C284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F4CB5A-A43E-464E-F897-4A3066831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A7DF48-D9CE-4582-9618-A01FD921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3F84C1-91F9-C548-7AA3-EDF41EB1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723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230393-DA7A-BC7D-A320-919730A87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C27730F-51AC-F02A-62E4-D5DBCADF7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FBE098-DFC2-4D19-D7A0-F65D07C3C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165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757A73-20B9-171D-AE51-78E573564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7271EF-102B-B419-B574-BED8F0543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7FBA2B-3F51-AE95-C83E-86E888528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7363FC-3258-CC49-302E-FDA2EBECF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736E45-27B3-22FC-6F47-041361070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56A245-A971-209C-06C2-5D2941274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172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5C075-2819-C5D1-6973-447E3C60A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434F13-0F9F-0B39-A6A9-65648A53A3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9FA81E-F20A-3E11-5D75-1766D0542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D12A1C-B942-90CA-111F-5F48792CD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C8F9D6-B03D-CA64-73AE-AB89C021B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1D58BD-81CC-86B6-8A8D-5F14FA24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552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D567D-F862-F277-A832-A7DC065EA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26F215-DAB2-C61E-BDBD-047F4D7F6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6EA279-D659-39B8-2BFB-865CFF649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77EE5-C132-39E5-C8E1-89644174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2B4AC9-59BB-AC32-1E7E-91EE516D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16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F26FDD4-6CCB-7DD2-24B3-C08329360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FEA425-C5C0-6033-9363-A5D575803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AB208B-347E-6199-ADE3-065D1A025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8AAD13-0936-D927-C870-BCAAD71EC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71275F-F4C9-0F07-7E13-05C769FDE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70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8B7BC00-C3EB-448B-C508-6B9707B06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1FE2A5-75F0-E003-F86B-808E3CC41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707D81-1382-7A52-7A52-3D9BC5E666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DE7C39-D66B-42AF-B5B6-308CD87EA44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F3A9A7-28E9-1634-E03D-D15B0406C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BBC988-13B8-A7B3-AEB1-E21C218AA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80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C7AEE9-835B-1C4F-CDAC-9A804C4CA4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 err="1"/>
              <a:t>전산유체해석실습</a:t>
            </a:r>
            <a:r>
              <a:rPr lang="ko-KR" altLang="en-US" sz="4800" dirty="0"/>
              <a:t> </a:t>
            </a:r>
            <a:br>
              <a:rPr lang="en-US" altLang="ko-KR" sz="4800" dirty="0"/>
            </a:br>
            <a:r>
              <a:rPr lang="en-US" altLang="ko-KR" sz="4800" dirty="0"/>
              <a:t>Report#9</a:t>
            </a:r>
            <a:endParaRPr lang="ko-KR" altLang="en-US" sz="4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42D78A-2357-FC35-B7B2-DFA5E54CE6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6083"/>
            <a:ext cx="9144000" cy="826367"/>
          </a:xfrm>
        </p:spPr>
        <p:txBody>
          <a:bodyPr/>
          <a:lstStyle/>
          <a:p>
            <a:r>
              <a:rPr lang="en-US" altLang="ko-KR" dirty="0"/>
              <a:t>2021010524 </a:t>
            </a:r>
            <a:r>
              <a:rPr lang="ko-KR" altLang="en-US" dirty="0"/>
              <a:t>서영욱</a:t>
            </a:r>
          </a:p>
        </p:txBody>
      </p:sp>
    </p:spTree>
    <p:extLst>
      <p:ext uri="{BB962C8B-B14F-4D97-AF65-F5344CB8AC3E}">
        <p14:creationId xmlns:p14="http://schemas.microsoft.com/office/powerpoint/2010/main" val="2960814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5B95E-4068-98EF-B9DF-5112B003C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해석조건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50A0FE-B62D-12C5-D05E-9BEC34367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924" y="2377235"/>
            <a:ext cx="5800152" cy="41156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0D8151-EE0C-EC02-FEF3-C8560195007D}"/>
              </a:ext>
            </a:extLst>
          </p:cNvPr>
          <p:cNvSpPr txBox="1"/>
          <p:nvPr/>
        </p:nvSpPr>
        <p:spPr>
          <a:xfrm>
            <a:off x="1074654" y="1241264"/>
            <a:ext cx="8663233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해석 조건은 지난번 수행했던 </a:t>
            </a:r>
            <a:r>
              <a:rPr lang="en-US" altLang="ko-KR" dirty="0"/>
              <a:t>Caradonna &amp; Tung rotor</a:t>
            </a:r>
            <a:r>
              <a:rPr lang="ko-KR" altLang="en-US" dirty="0"/>
              <a:t>과 동일하게 수행함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마하수</a:t>
            </a:r>
            <a:r>
              <a:rPr lang="ko-KR" altLang="en-US" dirty="0"/>
              <a:t> </a:t>
            </a:r>
            <a:r>
              <a:rPr lang="en-US" altLang="ko-KR" dirty="0"/>
              <a:t>0.877, </a:t>
            </a:r>
            <a:r>
              <a:rPr lang="ko-KR" altLang="en-US" dirty="0"/>
              <a:t>회전</a:t>
            </a:r>
            <a:r>
              <a:rPr lang="en-US" altLang="ko-KR" dirty="0"/>
              <a:t>RPM 2,500, </a:t>
            </a:r>
            <a:r>
              <a:rPr lang="ko-KR" altLang="en-US" dirty="0" err="1"/>
              <a:t>피치각</a:t>
            </a:r>
            <a:r>
              <a:rPr lang="ko-KR" altLang="en-US" dirty="0"/>
              <a:t> </a:t>
            </a:r>
            <a:r>
              <a:rPr lang="en-US" altLang="ko-KR" dirty="0"/>
              <a:t>8</a:t>
            </a:r>
            <a:r>
              <a:rPr lang="ko-KR" altLang="en-US" dirty="0"/>
              <a:t>도를 적용함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959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C0375-18A9-63F4-EB08-89564B71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70AC55-F320-145C-4D3A-B41120CB8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 과정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71DEDE-B059-1F79-5B3C-D1DD4F6E0F63}"/>
              </a:ext>
            </a:extLst>
          </p:cNvPr>
          <p:cNvSpPr txBox="1"/>
          <p:nvPr/>
        </p:nvSpPr>
        <p:spPr>
          <a:xfrm>
            <a:off x="1144571" y="1065230"/>
            <a:ext cx="10209229" cy="5024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본 해석에서 </a:t>
            </a:r>
            <a:r>
              <a:rPr lang="en-US" altLang="ko-KR" dirty="0"/>
              <a:t>Caradonna &amp; Tung rotor</a:t>
            </a:r>
            <a:r>
              <a:rPr lang="ko-KR" altLang="en-US" dirty="0"/>
              <a:t>의 단면 압력분포를 실험데이터와 성공적으로 비교하기 위해서는 각 섹션별로 발췌한 </a:t>
            </a:r>
            <a:r>
              <a:rPr lang="en-US" altLang="ko-KR" dirty="0"/>
              <a:t>Pressure</a:t>
            </a:r>
            <a:r>
              <a:rPr lang="ko-KR" altLang="en-US" dirty="0"/>
              <a:t>값을 이용해 </a:t>
            </a:r>
            <a:r>
              <a:rPr lang="en-US" altLang="ko-KR" dirty="0"/>
              <a:t>Cp</a:t>
            </a:r>
            <a:r>
              <a:rPr lang="ko-KR" altLang="en-US" dirty="0"/>
              <a:t>값을 계산해야 함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이때</a:t>
            </a:r>
            <a:r>
              <a:rPr lang="en-US" altLang="ko-KR" dirty="0"/>
              <a:t>, Cp</a:t>
            </a:r>
            <a:r>
              <a:rPr lang="ko-KR" altLang="en-US" dirty="0"/>
              <a:t>계산식은 아래 수식과 같으며 각 변수는 다음과 같음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P∞​= FREESTREAM_PRESSURE = 101325 Pa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altLang="ko-KR" dirty="0"/>
              <a:t>Ρ</a:t>
            </a:r>
            <a:r>
              <a:rPr lang="en-US" altLang="ko-KR" dirty="0"/>
              <a:t>∞​ =​p∞/RT∞​​ : </a:t>
            </a:r>
            <a:r>
              <a:rPr lang="ko-KR" altLang="en-US" dirty="0" err="1"/>
              <a:t>자유유동</a:t>
            </a:r>
            <a:r>
              <a:rPr lang="ko-KR" altLang="en-US" dirty="0"/>
              <a:t> 밀도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V = r</a:t>
            </a:r>
            <a:r>
              <a:rPr lang="el-GR" altLang="ko-KR" dirty="0"/>
              <a:t>ω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r = 1.143 x 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altLang="ko-KR" dirty="0"/>
              <a:t>ω</a:t>
            </a:r>
            <a:r>
              <a:rPr lang="en-US" altLang="ko-KR" dirty="0"/>
              <a:t> = </a:t>
            </a:r>
            <a:r>
              <a:rPr lang="nn-NO" altLang="ko-KR" dirty="0"/>
              <a:t>2500 rpm×(2π/60 rad/s)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n-NO" altLang="ko-KR" dirty="0"/>
              <a:t>Cp</a:t>
            </a:r>
            <a:r>
              <a:rPr lang="ko-KR" altLang="en-US" dirty="0"/>
              <a:t>값을 </a:t>
            </a:r>
            <a:r>
              <a:rPr lang="ko-KR" altLang="en-US" dirty="0" err="1"/>
              <a:t>구한후</a:t>
            </a:r>
            <a:r>
              <a:rPr lang="ko-KR" altLang="en-US" dirty="0"/>
              <a:t> </a:t>
            </a:r>
            <a:r>
              <a:rPr lang="en-US" altLang="ko-KR" dirty="0"/>
              <a:t>x/c</a:t>
            </a:r>
            <a:r>
              <a:rPr lang="ko-KR" altLang="en-US" dirty="0"/>
              <a:t>와 </a:t>
            </a:r>
            <a:r>
              <a:rPr lang="en-US" altLang="ko-KR" dirty="0"/>
              <a:t>Cp</a:t>
            </a:r>
            <a:r>
              <a:rPr lang="ko-KR" altLang="en-US" dirty="0"/>
              <a:t>값을 그래프로 그리고 그 위에 실험데이터로 점을 찍은 결과는 다음 슬라이드와 같음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DF0BBA4-966A-E50F-2BF3-C6D09ECC9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208" y="5425884"/>
            <a:ext cx="2409640" cy="118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0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5A50A-6692-92AB-59A2-0ECD8CCCA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F78DE-E72C-1694-1C13-3BA7504EE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 결과</a:t>
            </a:r>
            <a:r>
              <a:rPr lang="en-US" altLang="ko-KR" sz="3600" dirty="0"/>
              <a:t>(r/R</a:t>
            </a:r>
            <a:r>
              <a:rPr lang="ko-KR" altLang="en-US" sz="3600" dirty="0"/>
              <a:t> </a:t>
            </a:r>
            <a:r>
              <a:rPr lang="en-US" altLang="ko-KR" sz="3600" dirty="0"/>
              <a:t>=</a:t>
            </a:r>
            <a:r>
              <a:rPr lang="ko-KR" altLang="en-US" sz="3600" dirty="0"/>
              <a:t> </a:t>
            </a:r>
            <a:r>
              <a:rPr lang="en-US" altLang="ko-KR" sz="3600" dirty="0"/>
              <a:t>0.5)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4D385D9-4D99-E761-CA74-E93A3AAFD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396" y="1678104"/>
            <a:ext cx="7295208" cy="427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893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6FCE2-2F07-5B8E-D83C-CBD951B56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183A43-17E1-ABB9-4775-407BCD56D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해석결과</a:t>
            </a:r>
            <a:r>
              <a:rPr lang="en-US" altLang="ko-KR" sz="3600" dirty="0"/>
              <a:t>(r/R</a:t>
            </a:r>
            <a:r>
              <a:rPr lang="ko-KR" altLang="en-US" sz="3600" dirty="0"/>
              <a:t> </a:t>
            </a:r>
            <a:r>
              <a:rPr lang="en-US" altLang="ko-KR" sz="3600" dirty="0"/>
              <a:t>=</a:t>
            </a:r>
            <a:r>
              <a:rPr lang="ko-KR" altLang="en-US" sz="3600" dirty="0"/>
              <a:t> </a:t>
            </a:r>
            <a:r>
              <a:rPr lang="en-US" altLang="ko-KR" sz="3600" dirty="0"/>
              <a:t>0.68)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33D792-7465-6DFA-5B6B-CC1A29474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917" y="1685331"/>
            <a:ext cx="7458165" cy="452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484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1CECF-5017-CE60-E00A-C90FA7F9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1E22BD-6919-3B52-2CF7-21CA0EC88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해석결과</a:t>
            </a:r>
            <a:r>
              <a:rPr lang="en-US" altLang="ko-KR" sz="3600" dirty="0"/>
              <a:t>(r/R</a:t>
            </a:r>
            <a:r>
              <a:rPr lang="ko-KR" altLang="en-US" sz="3600" dirty="0"/>
              <a:t> </a:t>
            </a:r>
            <a:r>
              <a:rPr lang="en-US" altLang="ko-KR" sz="3600" dirty="0"/>
              <a:t>=</a:t>
            </a:r>
            <a:r>
              <a:rPr lang="ko-KR" altLang="en-US" sz="3600" dirty="0"/>
              <a:t> </a:t>
            </a:r>
            <a:r>
              <a:rPr lang="en-US" altLang="ko-KR" sz="3600" dirty="0"/>
              <a:t>0.80)</a:t>
            </a:r>
            <a:endParaRPr lang="ko-KR" altLang="en-US" sz="3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AE38B34-951A-C0F5-5153-946C0A60E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233" y="1323296"/>
            <a:ext cx="8011533" cy="470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477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CC5BF-E39D-4D7C-28F5-86875D86B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3A583-CBF5-2465-616C-00D221D0B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해석결과</a:t>
            </a:r>
            <a:r>
              <a:rPr lang="en-US" altLang="ko-KR" sz="3600" dirty="0"/>
              <a:t>(r/R</a:t>
            </a:r>
            <a:r>
              <a:rPr lang="ko-KR" altLang="en-US" sz="3600" dirty="0"/>
              <a:t> </a:t>
            </a:r>
            <a:r>
              <a:rPr lang="en-US" altLang="ko-KR" sz="3600" dirty="0"/>
              <a:t>=</a:t>
            </a:r>
            <a:r>
              <a:rPr lang="ko-KR" altLang="en-US" sz="3600" dirty="0"/>
              <a:t> </a:t>
            </a:r>
            <a:r>
              <a:rPr lang="en-US" altLang="ko-KR" sz="3600" dirty="0"/>
              <a:t>0.89)</a:t>
            </a:r>
            <a:endParaRPr lang="ko-KR" altLang="en-US" sz="3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6AFAE8-D530-4DF0-C814-EBA4306CB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193" y="1243914"/>
            <a:ext cx="7675613" cy="473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505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68C06-0878-76A7-4408-5A8AEE519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08150C-717F-6268-AC2A-E656D2CCA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해석결과</a:t>
            </a:r>
            <a:r>
              <a:rPr lang="en-US" altLang="ko-KR" sz="3600" dirty="0"/>
              <a:t>(r/R</a:t>
            </a:r>
            <a:r>
              <a:rPr lang="ko-KR" altLang="en-US" sz="3600" dirty="0"/>
              <a:t> </a:t>
            </a:r>
            <a:r>
              <a:rPr lang="en-US" altLang="ko-KR" sz="3600" dirty="0"/>
              <a:t>=</a:t>
            </a:r>
            <a:r>
              <a:rPr lang="ko-KR" altLang="en-US" sz="3600" dirty="0"/>
              <a:t> </a:t>
            </a:r>
            <a:r>
              <a:rPr lang="en-US" altLang="ko-KR" sz="3600" dirty="0"/>
              <a:t>0.96)</a:t>
            </a:r>
            <a:endParaRPr lang="ko-KR" altLang="en-US" sz="3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12CE6A5-F759-5073-55D0-33A32861A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855" y="1617315"/>
            <a:ext cx="7308290" cy="43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031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2B117-A861-47BA-BDC0-DE45BD000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300CF-7400-A558-04D0-7A28F8B60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6873" y="3078948"/>
            <a:ext cx="2838254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감사합니다</a:t>
            </a:r>
            <a:r>
              <a:rPr lang="en-US" altLang="ko-KR" sz="3600" dirty="0"/>
              <a:t>.</a:t>
            </a:r>
            <a:endParaRPr lang="ko-KR" alt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72B222-B36F-76C7-DF18-159147CDA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57" y="106523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76AC0E5-EA3B-BEB3-D6CE-3610405DC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5EAD7F-5405-1F78-70B7-078722AC2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DF43B34-92DD-8E78-0CD3-7EC187AF0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57" y="106523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359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1980</TotalTime>
  <Words>176</Words>
  <Application>Microsoft Office PowerPoint</Application>
  <PresentationFormat>와이드스크린</PresentationFormat>
  <Paragraphs>20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전산유체해석실습  Report#9</vt:lpstr>
      <vt:lpstr>해석조건</vt:lpstr>
      <vt:lpstr>해석 과정</vt:lpstr>
      <vt:lpstr>해석 결과(r/R = 0.5)</vt:lpstr>
      <vt:lpstr>해석결과(r/R = 0.68)</vt:lpstr>
      <vt:lpstr>해석결과(r/R = 0.80)</vt:lpstr>
      <vt:lpstr>해석결과(r/R = 0.89)</vt:lpstr>
      <vt:lpstr>해석결과(r/R = 0.96)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영욱 서</dc:creator>
  <cp:lastModifiedBy>영욱 서</cp:lastModifiedBy>
  <cp:revision>22</cp:revision>
  <dcterms:created xsi:type="dcterms:W3CDTF">2025-09-12T05:46:35Z</dcterms:created>
  <dcterms:modified xsi:type="dcterms:W3CDTF">2025-11-20T14:37:31Z</dcterms:modified>
</cp:coreProperties>
</file>