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79" r:id="rId3"/>
    <p:sldId id="278" r:id="rId4"/>
    <p:sldId id="280" r:id="rId5"/>
    <p:sldId id="262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영욱 서" initials="영서" lastIdx="1" clrIdx="0">
    <p:extLst>
      <p:ext uri="{19B8F6BF-5375-455C-9EA6-DF929625EA0E}">
        <p15:presenceInfo xmlns:p15="http://schemas.microsoft.com/office/powerpoint/2012/main" userId="70bb319f796d80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13B88-570C-4D54-BDA2-E171BAC31E24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815B4-31D1-4D38-9D0E-4BB26E41F9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577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5A80E-EDD6-DD47-C09B-156410888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796C64-E182-CFCE-AD3F-13E57ADF6A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30ABF4-92AA-FFDD-BEBF-C43FF8DFA6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AA6EE9-AEF6-D674-9D1F-70C418B741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815B4-31D1-4D38-9D0E-4BB26E41F91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426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9D947-E04E-B332-3EA1-836E41174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F2FE58-3E1E-0E71-7B95-635CFB78A8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F4AC92-3516-DBF5-5D75-19179833C2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D967F4-2FBC-BE66-1D4F-0284FA3032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815B4-31D1-4D38-9D0E-4BB26E41F91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789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53D538-E0BC-7308-28D2-43514F2F58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9DDC74A-91F3-28DC-7F97-8EBB3786CB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4E88BF-38F3-353F-82AF-2FBE6945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45A6F7-0644-5EDA-A4EB-59F281D20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3A42BA-C21F-43E8-D21B-50756A21D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414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D2336-B39B-7A87-FECA-207E3EFA2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0CABED-FD39-DDF7-0EC4-87341A30F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2D9D23-CB21-A9E4-535D-EF15C8A01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ECE33B-F7D7-23A6-6049-C5836E062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5A46D0-CA1B-4CED-0873-829296A58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721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631973-E5A6-2BCB-A300-E89AC823A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70CBA4-0AD4-3BD2-9B0D-73ED5E191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A3A908-96D0-50EB-25F6-EAC25CA31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0FD381-55D0-AF97-C9C7-64FBA372F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99B419-03FB-5055-B181-C8E155BF1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334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D07E88-284F-41A3-347B-ABBFB7CFC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FDF03-D9D3-EB28-1A21-E3F418A92B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BF90D6-10DC-3101-10E3-93FF46AA1D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10B950-880A-FC92-6D92-6F9A15504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1C4088-58AB-0149-C96B-B363E2DA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AE4181-57E7-E574-2A38-2FCFFE9F4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535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47E625-87F0-46AC-264C-5B6023883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239932-1932-E27A-4BEF-2CCF39E2E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6E0941-2273-14B8-E068-EAFC24FBE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CC60496-B1A0-3A85-3A48-2DFB647065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E8B5016-7B28-E46A-7E1F-2ED013AE4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7D97375-0B57-2BD3-3CD6-8C66E4611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C17E821-6E71-E555-D5B8-1D1B85CB2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29440AD-D382-F732-CF5B-A4F1A85C0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160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4622F6-3F11-0AFD-9875-29E70C284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F4CB5A-A43E-464E-F897-4A3066831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EA7DF48-D9CE-4582-9618-A01FD9216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3F84C1-91F9-C548-7AA3-EDF41EB1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723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230393-DA7A-BC7D-A320-919730A87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C27730F-51AC-F02A-62E4-D5DBCADF7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FBE098-DFC2-4D19-D7A0-F65D07C3C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165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757A73-20B9-171D-AE51-78E573564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7271EF-102B-B419-B574-BED8F0543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7FBA2B-3F51-AE95-C83E-86E888528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7363FC-3258-CC49-302E-FDA2EBECF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736E45-27B3-22FC-6F47-041361070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56A245-A971-209C-06C2-5D2941274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172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05C075-2819-C5D1-6973-447E3C60A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0434F13-0F9F-0B39-A6A9-65648A53A3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9FA81E-F20A-3E11-5D75-1766D0542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D12A1C-B942-90CA-111F-5F48792CD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C8F9D6-B03D-CA64-73AE-AB89C021B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1D58BD-81CC-86B6-8A8D-5F14FA24E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5552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D567D-F862-F277-A832-A7DC065EA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226F215-DAB2-C61E-BDBD-047F4D7F67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6EA279-D659-39B8-2BFB-865CFF649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F77EE5-C132-39E5-C8E1-89644174B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2B4AC9-59BB-AC32-1E7E-91EE516D5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16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F26FDD4-6CCB-7DD2-24B3-C08329360B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FEA425-C5C0-6033-9363-A5D5758034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AB208B-347E-6199-ADE3-065D1A025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8AAD13-0936-D927-C870-BCAAD71EC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71275F-F4C9-0F07-7E13-05C769FDE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8708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8B7BC00-C3EB-448B-C508-6B9707B06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1FE2A5-75F0-E003-F86B-808E3CC41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707D81-1382-7A52-7A52-3D9BC5E666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DE7C39-D66B-42AF-B5B6-308CD87EA44C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F3A9A7-28E9-1634-E03D-D15B0406C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BBC988-13B8-A7B3-AEB1-E21C218AA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803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C7AEE9-835B-1C4F-CDAC-9A804C4CA4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 err="1"/>
              <a:t>전산유체해석실습</a:t>
            </a:r>
            <a:r>
              <a:rPr lang="ko-KR" altLang="en-US" sz="4800" dirty="0"/>
              <a:t> 추가분석 </a:t>
            </a:r>
            <a:br>
              <a:rPr lang="en-US" altLang="ko-KR" sz="4800" dirty="0"/>
            </a:br>
            <a:r>
              <a:rPr lang="en-US" altLang="ko-KR" sz="4800" dirty="0"/>
              <a:t>Report#6_2</a:t>
            </a:r>
            <a:endParaRPr lang="ko-KR" altLang="en-US" sz="4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42D78A-2357-FC35-B7B2-DFA5E54CE6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96083"/>
            <a:ext cx="9144000" cy="826367"/>
          </a:xfrm>
        </p:spPr>
        <p:txBody>
          <a:bodyPr/>
          <a:lstStyle/>
          <a:p>
            <a:r>
              <a:rPr lang="en-US" altLang="ko-KR" dirty="0"/>
              <a:t>2021010524 </a:t>
            </a:r>
            <a:r>
              <a:rPr lang="ko-KR" altLang="en-US" dirty="0"/>
              <a:t>서영욱</a:t>
            </a:r>
          </a:p>
        </p:txBody>
      </p:sp>
    </p:spTree>
    <p:extLst>
      <p:ext uri="{BB962C8B-B14F-4D97-AF65-F5344CB8AC3E}">
        <p14:creationId xmlns:p14="http://schemas.microsoft.com/office/powerpoint/2010/main" val="2960814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52A0F-A0A3-84BC-EAB7-ED1196C74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6FA649-FFEE-9229-5483-F4CB9C861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report#6_2(naca4412)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2CFD02-44BC-77D4-0129-F490E50BC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2430"/>
            <a:ext cx="10832184" cy="4732690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본 해석에서는 </a:t>
            </a:r>
            <a:r>
              <a:rPr lang="en-US" altLang="ko-KR" sz="2000" dirty="0"/>
              <a:t>naca4412 airfoil</a:t>
            </a:r>
            <a:r>
              <a:rPr lang="ko-KR" altLang="en-US" sz="2000" dirty="0"/>
              <a:t>이 주기적인 피칭 운동을 수행할 때의 비정상 공력특성을 분석하고자 한다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r>
              <a:rPr lang="en-US" altLang="ko-KR" sz="2000" dirty="0"/>
              <a:t>NACA 4412</a:t>
            </a:r>
            <a:r>
              <a:rPr lang="ko-KR" altLang="en-US" sz="2000" dirty="0"/>
              <a:t>의 특징은 비대칭 </a:t>
            </a:r>
            <a:r>
              <a:rPr lang="ko-KR" altLang="en-US" sz="2000" dirty="0" err="1"/>
              <a:t>고캠버형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익형으로</a:t>
            </a:r>
            <a:r>
              <a:rPr lang="en-US" altLang="ko-KR" sz="2000" dirty="0"/>
              <a:t>, </a:t>
            </a:r>
            <a:r>
              <a:rPr lang="ko-KR" altLang="en-US" sz="2000" dirty="0"/>
              <a:t>저속 영역에서 높은 양력과 우수한 항력 특성을 보여준다</a:t>
            </a:r>
            <a:r>
              <a:rPr lang="en-US" altLang="ko-KR" sz="2000" dirty="0"/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F1DF77-8945-6358-31AB-E98FCE98D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057" y="106523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2386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30BAD-F16A-C4A7-F34B-B0F97DE4E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02279E-488E-A300-F354-C8BA695D1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 과정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0022543-118F-27CA-480E-B310E434A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A94EFD-97CC-EC1E-2621-C4409BFD0EDE}"/>
              </a:ext>
            </a:extLst>
          </p:cNvPr>
          <p:cNvSpPr txBox="1"/>
          <p:nvPr/>
        </p:nvSpPr>
        <p:spPr>
          <a:xfrm>
            <a:off x="942679" y="1531261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naca4412</a:t>
            </a:r>
            <a:r>
              <a:rPr lang="ko-KR" altLang="en-US" dirty="0"/>
              <a:t>의 </a:t>
            </a:r>
            <a:r>
              <a:rPr lang="en-US" altLang="ko-KR" dirty="0" err="1"/>
              <a:t>dat</a:t>
            </a:r>
            <a:r>
              <a:rPr lang="ko-KR" altLang="en-US" dirty="0"/>
              <a:t>데이터를 </a:t>
            </a:r>
            <a:r>
              <a:rPr lang="ko-KR" altLang="en-US" dirty="0" err="1"/>
              <a:t>파이썬을</a:t>
            </a:r>
            <a:r>
              <a:rPr lang="ko-KR" altLang="en-US" dirty="0"/>
              <a:t> 사용하여 </a:t>
            </a:r>
            <a:r>
              <a:rPr lang="en-US" altLang="ko-KR" dirty="0"/>
              <a:t>geo</a:t>
            </a:r>
            <a:r>
              <a:rPr lang="ko-KR" altLang="en-US" dirty="0"/>
              <a:t>파일로 </a:t>
            </a:r>
            <a:r>
              <a:rPr lang="ko-KR" altLang="en-US" dirty="0" err="1"/>
              <a:t>만든뒤</a:t>
            </a:r>
            <a:r>
              <a:rPr lang="ko-KR" altLang="en-US" dirty="0"/>
              <a:t> 이를 </a:t>
            </a:r>
            <a:r>
              <a:rPr lang="en-US" altLang="ko-KR" dirty="0" err="1"/>
              <a:t>gmsh</a:t>
            </a:r>
            <a:r>
              <a:rPr lang="ko-KR" altLang="en-US" dirty="0"/>
              <a:t>를 통해 다음과 같이 격자를 생성하였다</a:t>
            </a:r>
            <a:r>
              <a:rPr lang="en-US" altLang="ko-KR" dirty="0"/>
              <a:t>. 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A917050-8134-1550-D735-CF771DE03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1DEFE99-5F06-DB1E-450C-19C6CEF12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432" y="3289955"/>
            <a:ext cx="5512976" cy="225941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3392C18-A6BB-8908-21B4-E8224C631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274" y="2665948"/>
            <a:ext cx="6276276" cy="350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940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82962-85DB-D655-25F5-73089554C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2E32A1-56D0-0847-02BB-2A30F0A24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 결과</a:t>
            </a:r>
            <a:r>
              <a:rPr lang="en-US" altLang="ko-KR" sz="3600" dirty="0"/>
              <a:t>(naca4412 airfoil)</a:t>
            </a:r>
            <a:endParaRPr lang="ko-KR" altLang="en-US" sz="360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0289216-C783-9CCB-7A43-1B54B5854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29707F6-C59F-437F-E6F0-2AEFDFC88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8C12D75-674F-A38D-0DDC-A1DC95B7E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90612"/>
            <a:ext cx="1086360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해석 녹화영상의 용량 초과로 인해 </a:t>
            </a:r>
            <a:r>
              <a:rPr lang="en-US" altLang="ko-KR" dirty="0" err="1"/>
              <a:t>github</a:t>
            </a:r>
            <a:r>
              <a:rPr lang="ko-KR" altLang="en-US" dirty="0"/>
              <a:t>에 제출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영상을 보면 </a:t>
            </a:r>
            <a:r>
              <a:rPr lang="ko-KR" altLang="en-US" dirty="0" err="1"/>
              <a:t>에어포일이</a:t>
            </a:r>
            <a:r>
              <a:rPr lang="ko-KR" altLang="en-US" dirty="0"/>
              <a:t> 흔들림에 따라 </a:t>
            </a:r>
            <a:r>
              <a:rPr lang="ko-KR" altLang="en-US" dirty="0" err="1"/>
              <a:t>에어포일</a:t>
            </a:r>
            <a:r>
              <a:rPr lang="ko-KR" altLang="en-US" dirty="0"/>
              <a:t> </a:t>
            </a:r>
            <a:r>
              <a:rPr lang="ko-KR" altLang="en-US" dirty="0" err="1"/>
              <a:t>윗</a:t>
            </a:r>
            <a:r>
              <a:rPr lang="ko-KR" altLang="en-US" dirty="0"/>
              <a:t> 부분으로 유동이 떨어져 나감을 확인할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그런데 </a:t>
            </a:r>
            <a:r>
              <a:rPr lang="ko-KR" altLang="en-US" dirty="0" err="1"/>
              <a:t>에어포일</a:t>
            </a:r>
            <a:r>
              <a:rPr lang="ko-KR" altLang="en-US" dirty="0"/>
              <a:t> 밑면과 후류가 나오는 뒷부분에서 격자가 깨져서 압력 분포가 정확하지 않는다는 것을 볼 수 있는데 이는 격자를 만들 때 </a:t>
            </a:r>
            <a:r>
              <a:rPr lang="ko-KR" altLang="en-US" dirty="0" err="1"/>
              <a:t>에어포일</a:t>
            </a:r>
            <a:r>
              <a:rPr lang="ko-KR" altLang="en-US" dirty="0"/>
              <a:t> 밑 부분의 격자가 촘촘하지 않아서 발생하였으며</a:t>
            </a:r>
            <a:r>
              <a:rPr lang="en-US" altLang="ko-KR" dirty="0"/>
              <a:t>,  </a:t>
            </a:r>
            <a:r>
              <a:rPr lang="ko-KR" altLang="en-US" dirty="0"/>
              <a:t>그리고 </a:t>
            </a:r>
            <a:r>
              <a:rPr lang="ko-KR" altLang="en-US" dirty="0" err="1"/>
              <a:t>에어포일의</a:t>
            </a:r>
            <a:r>
              <a:rPr lang="ko-KR" altLang="en-US" dirty="0"/>
              <a:t> 피칭 움직임에 따른 압력 분포를 나타내기에는 이번에 수행한 </a:t>
            </a:r>
            <a:r>
              <a:rPr lang="en-US" altLang="ko-KR" dirty="0" err="1"/>
              <a:t>gmsh</a:t>
            </a:r>
            <a:r>
              <a:rPr lang="ko-KR" altLang="en-US" dirty="0"/>
              <a:t>에서의 격자 생성 방법</a:t>
            </a:r>
            <a:r>
              <a:rPr lang="en-US" altLang="ko-KR" dirty="0"/>
              <a:t>(5</a:t>
            </a:r>
            <a:r>
              <a:rPr lang="ko-KR" altLang="en-US" dirty="0"/>
              <a:t>구역으로 나누는 방법</a:t>
            </a:r>
            <a:r>
              <a:rPr lang="en-US" altLang="ko-KR" dirty="0"/>
              <a:t>)</a:t>
            </a:r>
            <a:r>
              <a:rPr lang="ko-KR" altLang="en-US" dirty="0"/>
              <a:t>이 다소 좋은 방법이 아닐 수 있음을 생각해 볼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7274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2B117-A861-47BA-BDC0-DE45BD000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2300CF-7400-A558-04D0-7A28F8B60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6873" y="3078948"/>
            <a:ext cx="2838254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감사합니다</a:t>
            </a:r>
            <a:r>
              <a:rPr lang="en-US" altLang="ko-KR" sz="3600" dirty="0"/>
              <a:t>.</a:t>
            </a:r>
            <a:endParaRPr lang="ko-KR" altLang="en-US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72B222-B36F-76C7-DF18-159147CDA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057" y="106523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76AC0E5-EA3B-BEB3-D6CE-3610405DC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5EAD7F-5405-1F78-70B7-078722AC2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DF43B34-92DD-8E78-0CD3-7EC187AF0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057" y="106523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3359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2007</TotalTime>
  <Words>161</Words>
  <Application>Microsoft Office PowerPoint</Application>
  <PresentationFormat>와이드스크린</PresentationFormat>
  <Paragraphs>17</Paragraphs>
  <Slides>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전산유체해석실습 추가분석  Report#6_2</vt:lpstr>
      <vt:lpstr>report#6_2(naca4412)</vt:lpstr>
      <vt:lpstr>해석 과정</vt:lpstr>
      <vt:lpstr>해석 결과(naca4412 airfoil)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영욱 서</dc:creator>
  <cp:lastModifiedBy>영욱 서</cp:lastModifiedBy>
  <cp:revision>26</cp:revision>
  <dcterms:created xsi:type="dcterms:W3CDTF">2025-09-12T05:46:35Z</dcterms:created>
  <dcterms:modified xsi:type="dcterms:W3CDTF">2025-11-05T10:21:15Z</dcterms:modified>
</cp:coreProperties>
</file>